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2" r:id="rId3"/>
    <p:sldId id="260" r:id="rId4"/>
    <p:sldId id="264" r:id="rId5"/>
    <p:sldId id="265" r:id="rId6"/>
    <p:sldId id="286" r:id="rId7"/>
    <p:sldId id="287" r:id="rId8"/>
    <p:sldId id="266" r:id="rId9"/>
    <p:sldId id="280" r:id="rId10"/>
    <p:sldId id="281" r:id="rId11"/>
    <p:sldId id="282" r:id="rId12"/>
    <p:sldId id="288" r:id="rId13"/>
    <p:sldId id="283" r:id="rId14"/>
    <p:sldId id="284" r:id="rId15"/>
    <p:sldId id="285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1D08B8-2BBA-4823-8469-C9D9ADB4C55E}" v="128" dt="2025-11-07T17:16:02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Bharadwaj" userId="e19c267242d4bc4c" providerId="LiveId" clId="{25E71196-1C13-4675-8601-37984577C6DC}"/>
    <pc:docChg chg="undo custSel addSld delSld modSld sldOrd">
      <pc:chgData name="Anand Bharadwaj" userId="e19c267242d4bc4c" providerId="LiveId" clId="{25E71196-1C13-4675-8601-37984577C6DC}" dt="2025-11-07T17:16:54.485" v="6094" actId="20577"/>
      <pc:docMkLst>
        <pc:docMk/>
      </pc:docMkLst>
      <pc:sldChg chg="modSp mod">
        <pc:chgData name="Anand Bharadwaj" userId="e19c267242d4bc4c" providerId="LiveId" clId="{25E71196-1C13-4675-8601-37984577C6DC}" dt="2025-11-05T20:33:28.432" v="5526" actId="1036"/>
        <pc:sldMkLst>
          <pc:docMk/>
          <pc:sldMk cId="0" sldId="257"/>
        </pc:sldMkLst>
        <pc:spChg chg="mod">
          <ac:chgData name="Anand Bharadwaj" userId="e19c267242d4bc4c" providerId="LiveId" clId="{25E71196-1C13-4675-8601-37984577C6DC}" dt="2025-11-05T20:33:20.552" v="5520" actId="20577"/>
          <ac:spMkLst>
            <pc:docMk/>
            <pc:sldMk cId="0" sldId="257"/>
            <ac:spMk id="2" creationId="{5A6B0273-7DC8-DA1D-CE1F-C9866D0B055E}"/>
          </ac:spMkLst>
        </pc:spChg>
        <pc:spChg chg="mod">
          <ac:chgData name="Anand Bharadwaj" userId="e19c267242d4bc4c" providerId="LiveId" clId="{25E71196-1C13-4675-8601-37984577C6DC}" dt="2025-11-05T18:32:31.779" v="3336" actId="1076"/>
          <ac:spMkLst>
            <pc:docMk/>
            <pc:sldMk cId="0" sldId="257"/>
            <ac:spMk id="99" creationId="{00000000-0000-0000-0000-000000000000}"/>
          </ac:spMkLst>
        </pc:spChg>
        <pc:picChg chg="mod">
          <ac:chgData name="Anand Bharadwaj" userId="e19c267242d4bc4c" providerId="LiveId" clId="{25E71196-1C13-4675-8601-37984577C6DC}" dt="2025-11-05T20:33:28.432" v="5526" actId="1036"/>
          <ac:picMkLst>
            <pc:docMk/>
            <pc:sldMk cId="0" sldId="257"/>
            <ac:picMk id="98" creationId="{00000000-0000-0000-0000-000000000000}"/>
          </ac:picMkLst>
        </pc:picChg>
      </pc:sldChg>
      <pc:sldChg chg="addSp delSp modSp mod ord">
        <pc:chgData name="Anand Bharadwaj" userId="e19c267242d4bc4c" providerId="LiveId" clId="{25E71196-1C13-4675-8601-37984577C6DC}" dt="2025-11-07T17:16:54.485" v="6094" actId="20577"/>
        <pc:sldMkLst>
          <pc:docMk/>
          <pc:sldMk cId="1858329523" sldId="260"/>
        </pc:sldMkLst>
        <pc:spChg chg="mod">
          <ac:chgData name="Anand Bharadwaj" userId="e19c267242d4bc4c" providerId="LiveId" clId="{25E71196-1C13-4675-8601-37984577C6DC}" dt="2025-11-07T12:43:36.197" v="5588" actId="20577"/>
          <ac:spMkLst>
            <pc:docMk/>
            <pc:sldMk cId="1858329523" sldId="260"/>
            <ac:spMk id="2" creationId="{577C85C3-4501-3386-B2D5-3327998D07A9}"/>
          </ac:spMkLst>
        </pc:spChg>
        <pc:spChg chg="add mod">
          <ac:chgData name="Anand Bharadwaj" userId="e19c267242d4bc4c" providerId="LiveId" clId="{25E71196-1C13-4675-8601-37984577C6DC}" dt="2025-11-07T17:16:54.485" v="6094" actId="20577"/>
          <ac:spMkLst>
            <pc:docMk/>
            <pc:sldMk cId="1858329523" sldId="260"/>
            <ac:spMk id="7" creationId="{7133B007-2882-B9F8-D35B-35A5F6590CAC}"/>
          </ac:spMkLst>
        </pc:spChg>
        <pc:picChg chg="add mod">
          <ac:chgData name="Anand Bharadwaj" userId="e19c267242d4bc4c" providerId="LiveId" clId="{25E71196-1C13-4675-8601-37984577C6DC}" dt="2025-10-08T10:08:37.384" v="28" actId="14100"/>
          <ac:picMkLst>
            <pc:docMk/>
            <pc:sldMk cId="1858329523" sldId="260"/>
            <ac:picMk id="6" creationId="{5A3B2886-74C4-4FA0-26AA-92CE9A37944B}"/>
          </ac:picMkLst>
        </pc:picChg>
      </pc:sldChg>
      <pc:sldChg chg="addSp delSp modSp add mod">
        <pc:chgData name="Anand Bharadwaj" userId="e19c267242d4bc4c" providerId="LiveId" clId="{25E71196-1C13-4675-8601-37984577C6DC}" dt="2025-11-05T18:45:08.962" v="3453" actId="20577"/>
        <pc:sldMkLst>
          <pc:docMk/>
          <pc:sldMk cId="2567582152" sldId="262"/>
        </pc:sldMkLst>
        <pc:spChg chg="mod">
          <ac:chgData name="Anand Bharadwaj" userId="e19c267242d4bc4c" providerId="LiveId" clId="{25E71196-1C13-4675-8601-37984577C6DC}" dt="2025-10-08T10:09:54.783" v="42" actId="113"/>
          <ac:spMkLst>
            <pc:docMk/>
            <pc:sldMk cId="2567582152" sldId="262"/>
            <ac:spMk id="2" creationId="{F41A172F-9572-F0AE-AAD7-9E02016BD0BE}"/>
          </ac:spMkLst>
        </pc:spChg>
        <pc:spChg chg="add mod">
          <ac:chgData name="Anand Bharadwaj" userId="e19c267242d4bc4c" providerId="LiveId" clId="{25E71196-1C13-4675-8601-37984577C6DC}" dt="2025-11-05T18:45:08.962" v="3453" actId="20577"/>
          <ac:spMkLst>
            <pc:docMk/>
            <pc:sldMk cId="2567582152" sldId="262"/>
            <ac:spMk id="5" creationId="{705E0501-00A5-D091-38E3-B13BA37808BE}"/>
          </ac:spMkLst>
        </pc:spChg>
        <pc:picChg chg="mod">
          <ac:chgData name="Anand Bharadwaj" userId="e19c267242d4bc4c" providerId="LiveId" clId="{25E71196-1C13-4675-8601-37984577C6DC}" dt="2025-10-08T10:08:43.160" v="29" actId="14100"/>
          <ac:picMkLst>
            <pc:docMk/>
            <pc:sldMk cId="2567582152" sldId="262"/>
            <ac:picMk id="6" creationId="{9ED6FA33-878C-703C-ABA6-EC363183679C}"/>
          </ac:picMkLst>
        </pc:picChg>
      </pc:sldChg>
      <pc:sldChg chg="modSp add mod">
        <pc:chgData name="Anand Bharadwaj" userId="e19c267242d4bc4c" providerId="LiveId" clId="{25E71196-1C13-4675-8601-37984577C6DC}" dt="2025-11-05T19:19:06.854" v="4259" actId="113"/>
        <pc:sldMkLst>
          <pc:docMk/>
          <pc:sldMk cId="2226480637" sldId="264"/>
        </pc:sldMkLst>
        <pc:spChg chg="mod">
          <ac:chgData name="Anand Bharadwaj" userId="e19c267242d4bc4c" providerId="LiveId" clId="{25E71196-1C13-4675-8601-37984577C6DC}" dt="2025-10-08T10:47:36.929" v="1039" actId="1076"/>
          <ac:spMkLst>
            <pc:docMk/>
            <pc:sldMk cId="2226480637" sldId="264"/>
            <ac:spMk id="4" creationId="{C8DF5E5F-53E7-7FAD-D294-8136A39661E5}"/>
          </ac:spMkLst>
        </pc:spChg>
        <pc:spChg chg="mod">
          <ac:chgData name="Anand Bharadwaj" userId="e19c267242d4bc4c" providerId="LiveId" clId="{25E71196-1C13-4675-8601-37984577C6DC}" dt="2025-11-05T19:19:06.854" v="4259" actId="113"/>
          <ac:spMkLst>
            <pc:docMk/>
            <pc:sldMk cId="2226480637" sldId="264"/>
            <ac:spMk id="5" creationId="{080F16B0-EA58-05F0-D48C-64805A4A384D}"/>
          </ac:spMkLst>
        </pc:spChg>
      </pc:sldChg>
      <pc:sldChg chg="addSp delSp modSp add mod">
        <pc:chgData name="Anand Bharadwaj" userId="e19c267242d4bc4c" providerId="LiveId" clId="{25E71196-1C13-4675-8601-37984577C6DC}" dt="2025-11-05T19:24:37.730" v="4353" actId="2711"/>
        <pc:sldMkLst>
          <pc:docMk/>
          <pc:sldMk cId="3671157591" sldId="265"/>
        </pc:sldMkLst>
        <pc:spChg chg="add mod">
          <ac:chgData name="Anand Bharadwaj" userId="e19c267242d4bc4c" providerId="LiveId" clId="{25E71196-1C13-4675-8601-37984577C6DC}" dt="2025-11-05T19:24:37.730" v="4353" actId="2711"/>
          <ac:spMkLst>
            <pc:docMk/>
            <pc:sldMk cId="3671157591" sldId="265"/>
            <ac:spMk id="2" creationId="{5FF0B5A9-3B75-C51A-1E3F-89A66EEF0606}"/>
          </ac:spMkLst>
        </pc:spChg>
        <pc:spChg chg="mod">
          <ac:chgData name="Anand Bharadwaj" userId="e19c267242d4bc4c" providerId="LiveId" clId="{25E71196-1C13-4675-8601-37984577C6DC}" dt="2025-11-05T19:22:05.267" v="4292" actId="20577"/>
          <ac:spMkLst>
            <pc:docMk/>
            <pc:sldMk cId="3671157591" sldId="265"/>
            <ac:spMk id="4" creationId="{893E3263-D523-E827-5870-9E5B77B690B5}"/>
          </ac:spMkLst>
        </pc:spChg>
      </pc:sldChg>
      <pc:sldChg chg="addSp delSp modSp add mod ord">
        <pc:chgData name="Anand Bharadwaj" userId="e19c267242d4bc4c" providerId="LiveId" clId="{25E71196-1C13-4675-8601-37984577C6DC}" dt="2025-11-07T17:12:26.567" v="6079" actId="20578"/>
        <pc:sldMkLst>
          <pc:docMk/>
          <pc:sldMk cId="1721805322" sldId="266"/>
        </pc:sldMkLst>
        <pc:spChg chg="add mod">
          <ac:chgData name="Anand Bharadwaj" userId="e19c267242d4bc4c" providerId="LiveId" clId="{25E71196-1C13-4675-8601-37984577C6DC}" dt="2025-11-05T19:27:25.200" v="4429" actId="255"/>
          <ac:spMkLst>
            <pc:docMk/>
            <pc:sldMk cId="1721805322" sldId="266"/>
            <ac:spMk id="2" creationId="{CE5EF7BD-00CF-FF94-2913-608B6CEA41A1}"/>
          </ac:spMkLst>
        </pc:spChg>
        <pc:spChg chg="mod">
          <ac:chgData name="Anand Bharadwaj" userId="e19c267242d4bc4c" providerId="LiveId" clId="{25E71196-1C13-4675-8601-37984577C6DC}" dt="2025-11-05T19:25:15.893" v="4383" actId="20577"/>
          <ac:spMkLst>
            <pc:docMk/>
            <pc:sldMk cId="1721805322" sldId="266"/>
            <ac:spMk id="4" creationId="{4B4882B6-2540-AA18-A496-862353CAD3F8}"/>
          </ac:spMkLst>
        </pc:spChg>
        <pc:spChg chg="add mod">
          <ac:chgData name="Anand Bharadwaj" userId="e19c267242d4bc4c" providerId="LiveId" clId="{25E71196-1C13-4675-8601-37984577C6DC}" dt="2025-11-05T19:28:32.279" v="4460" actId="113"/>
          <ac:spMkLst>
            <pc:docMk/>
            <pc:sldMk cId="1721805322" sldId="266"/>
            <ac:spMk id="5" creationId="{BE26ABB2-282D-DA3E-4784-CF65BB6AA07D}"/>
          </ac:spMkLst>
        </pc:spChg>
        <pc:spChg chg="add mod">
          <ac:chgData name="Anand Bharadwaj" userId="e19c267242d4bc4c" providerId="LiveId" clId="{25E71196-1C13-4675-8601-37984577C6DC}" dt="2025-11-07T12:57:41.762" v="5607" actId="20577"/>
          <ac:spMkLst>
            <pc:docMk/>
            <pc:sldMk cId="1721805322" sldId="266"/>
            <ac:spMk id="8" creationId="{45FFC2C0-AA65-734C-AC25-F6A35CFA418D}"/>
          </ac:spMkLst>
        </pc:spChg>
        <pc:spChg chg="add mod">
          <ac:chgData name="Anand Bharadwaj" userId="e19c267242d4bc4c" providerId="LiveId" clId="{25E71196-1C13-4675-8601-37984577C6DC}" dt="2025-11-07T14:06:08.355" v="5821" actId="113"/>
          <ac:spMkLst>
            <pc:docMk/>
            <pc:sldMk cId="1721805322" sldId="266"/>
            <ac:spMk id="12" creationId="{BFED6C6C-0297-0879-7367-5C2EAED92201}"/>
          </ac:spMkLst>
        </pc:spChg>
        <pc:picChg chg="add mod">
          <ac:chgData name="Anand Bharadwaj" userId="e19c267242d4bc4c" providerId="LiveId" clId="{25E71196-1C13-4675-8601-37984577C6DC}" dt="2025-11-05T19:31:17.224" v="4545" actId="1076"/>
          <ac:picMkLst>
            <pc:docMk/>
            <pc:sldMk cId="1721805322" sldId="266"/>
            <ac:picMk id="10" creationId="{7911623F-3970-1A97-A8EB-8E464349B1D5}"/>
          </ac:picMkLst>
        </pc:picChg>
      </pc:sldChg>
      <pc:sldChg chg="addSp modSp mod ord">
        <pc:chgData name="Anand Bharadwaj" userId="e19c267242d4bc4c" providerId="LiveId" clId="{25E71196-1C13-4675-8601-37984577C6DC}" dt="2025-11-07T17:09:31.978" v="6076" actId="20577"/>
        <pc:sldMkLst>
          <pc:docMk/>
          <pc:sldMk cId="2027359492" sldId="272"/>
        </pc:sldMkLst>
        <pc:spChg chg="add">
          <ac:chgData name="Anand Bharadwaj" userId="e19c267242d4bc4c" providerId="LiveId" clId="{25E71196-1C13-4675-8601-37984577C6DC}" dt="2025-11-07T17:04:48.314" v="6050"/>
          <ac:spMkLst>
            <pc:docMk/>
            <pc:sldMk cId="2027359492" sldId="272"/>
            <ac:spMk id="2" creationId="{312DD58A-EB34-A3E8-7788-B0B274461756}"/>
          </ac:spMkLst>
        </pc:spChg>
        <pc:spChg chg="mod">
          <ac:chgData name="Anand Bharadwaj" userId="e19c267242d4bc4c" providerId="LiveId" clId="{25E71196-1C13-4675-8601-37984577C6DC}" dt="2025-11-07T17:09:31.978" v="6076" actId="20577"/>
          <ac:spMkLst>
            <pc:docMk/>
            <pc:sldMk cId="2027359492" sldId="272"/>
            <ac:spMk id="3" creationId="{498D54BE-68D1-61BC-E0ED-43249E33C68B}"/>
          </ac:spMkLst>
        </pc:spChg>
      </pc:sldChg>
      <pc:sldChg chg="addSp delSp modSp add mod">
        <pc:chgData name="Anand Bharadwaj" userId="e19c267242d4bc4c" providerId="LiveId" clId="{25E71196-1C13-4675-8601-37984577C6DC}" dt="2025-11-07T13:40:11.597" v="5701" actId="2711"/>
        <pc:sldMkLst>
          <pc:docMk/>
          <pc:sldMk cId="4076451513" sldId="280"/>
        </pc:sldMkLst>
        <pc:spChg chg="mod">
          <ac:chgData name="Anand Bharadwaj" userId="e19c267242d4bc4c" providerId="LiveId" clId="{25E71196-1C13-4675-8601-37984577C6DC}" dt="2025-11-05T19:52:38.402" v="4989" actId="1076"/>
          <ac:spMkLst>
            <pc:docMk/>
            <pc:sldMk cId="4076451513" sldId="280"/>
            <ac:spMk id="2" creationId="{D9AA0551-B248-B5D8-7391-E7B5AEBF3149}"/>
          </ac:spMkLst>
        </pc:spChg>
        <pc:spChg chg="mod">
          <ac:chgData name="Anand Bharadwaj" userId="e19c267242d4bc4c" providerId="LiveId" clId="{25E71196-1C13-4675-8601-37984577C6DC}" dt="2025-11-05T19:52:48.091" v="4990" actId="1076"/>
          <ac:spMkLst>
            <pc:docMk/>
            <pc:sldMk cId="4076451513" sldId="280"/>
            <ac:spMk id="5" creationId="{AEC7CF07-2DBA-8B82-20C5-43A3D663CF00}"/>
          </ac:spMkLst>
        </pc:spChg>
        <pc:spChg chg="mod">
          <ac:chgData name="Anand Bharadwaj" userId="e19c267242d4bc4c" providerId="LiveId" clId="{25E71196-1C13-4675-8601-37984577C6DC}" dt="2025-11-05T19:43:32.316" v="4821" actId="2711"/>
          <ac:spMkLst>
            <pc:docMk/>
            <pc:sldMk cId="4076451513" sldId="280"/>
            <ac:spMk id="8" creationId="{8F9CC090-E6F0-D3C1-E1C7-3DDB7548C99E}"/>
          </ac:spMkLst>
        </pc:spChg>
        <pc:spChg chg="add mod">
          <ac:chgData name="Anand Bharadwaj" userId="e19c267242d4bc4c" providerId="LiveId" clId="{25E71196-1C13-4675-8601-37984577C6DC}" dt="2025-11-05T19:45:16.705" v="4859" actId="20577"/>
          <ac:spMkLst>
            <pc:docMk/>
            <pc:sldMk cId="4076451513" sldId="280"/>
            <ac:spMk id="16" creationId="{36439334-BCD9-8491-5BE9-0D1C0F2D0F35}"/>
          </ac:spMkLst>
        </pc:spChg>
        <pc:spChg chg="add mod">
          <ac:chgData name="Anand Bharadwaj" userId="e19c267242d4bc4c" providerId="LiveId" clId="{25E71196-1C13-4675-8601-37984577C6DC}" dt="2025-11-07T13:40:11.597" v="5701" actId="2711"/>
          <ac:spMkLst>
            <pc:docMk/>
            <pc:sldMk cId="4076451513" sldId="280"/>
            <ac:spMk id="23" creationId="{B4ED8EB4-DA67-159C-279A-E4288468F3D0}"/>
          </ac:spMkLst>
        </pc:spChg>
        <pc:spChg chg="add mod">
          <ac:chgData name="Anand Bharadwaj" userId="e19c267242d4bc4c" providerId="LiveId" clId="{25E71196-1C13-4675-8601-37984577C6DC}" dt="2025-11-07T13:39:16.082" v="5697" actId="20577"/>
          <ac:spMkLst>
            <pc:docMk/>
            <pc:sldMk cId="4076451513" sldId="280"/>
            <ac:spMk id="25" creationId="{EC5CE364-B07B-F3CE-F4F0-5FA70BEBDB68}"/>
          </ac:spMkLst>
        </pc:spChg>
        <pc:picChg chg="add mod">
          <ac:chgData name="Anand Bharadwaj" userId="e19c267242d4bc4c" providerId="LiveId" clId="{25E71196-1C13-4675-8601-37984577C6DC}" dt="2025-11-05T19:52:54.894" v="4991" actId="1076"/>
          <ac:picMkLst>
            <pc:docMk/>
            <pc:sldMk cId="4076451513" sldId="280"/>
            <ac:picMk id="7" creationId="{41E0D30D-CCE9-439C-9086-6E74112A8FAE}"/>
          </ac:picMkLst>
        </pc:picChg>
      </pc:sldChg>
      <pc:sldChg chg="addSp delSp modSp add mod">
        <pc:chgData name="Anand Bharadwaj" userId="e19c267242d4bc4c" providerId="LiveId" clId="{25E71196-1C13-4675-8601-37984577C6DC}" dt="2025-11-07T15:28:40.331" v="5952" actId="1076"/>
        <pc:sldMkLst>
          <pc:docMk/>
          <pc:sldMk cId="1992873295" sldId="281"/>
        </pc:sldMkLst>
        <pc:spChg chg="add">
          <ac:chgData name="Anand Bharadwaj" userId="e19c267242d4bc4c" providerId="LiveId" clId="{25E71196-1C13-4675-8601-37984577C6DC}" dt="2025-11-07T13:51:41.598" v="5714"/>
          <ac:spMkLst>
            <pc:docMk/>
            <pc:sldMk cId="1992873295" sldId="281"/>
            <ac:spMk id="3" creationId="{D15A2C41-B7F4-83C9-539D-2E252E52696C}"/>
          </ac:spMkLst>
        </pc:spChg>
        <pc:spChg chg="add">
          <ac:chgData name="Anand Bharadwaj" userId="e19c267242d4bc4c" providerId="LiveId" clId="{25E71196-1C13-4675-8601-37984577C6DC}" dt="2025-11-07T13:51:45.619" v="5715"/>
          <ac:spMkLst>
            <pc:docMk/>
            <pc:sldMk cId="1992873295" sldId="281"/>
            <ac:spMk id="4" creationId="{AD20541B-E12D-5899-50FA-9CD1E4CBF328}"/>
          </ac:spMkLst>
        </pc:spChg>
        <pc:spChg chg="mod">
          <ac:chgData name="Anand Bharadwaj" userId="e19c267242d4bc4c" providerId="LiveId" clId="{25E71196-1C13-4675-8601-37984577C6DC}" dt="2025-11-05T19:53:35.115" v="4995" actId="113"/>
          <ac:spMkLst>
            <pc:docMk/>
            <pc:sldMk cId="1992873295" sldId="281"/>
            <ac:spMk id="5" creationId="{864CF332-3A2C-A619-89A1-7BCE54C81ACE}"/>
          </ac:spMkLst>
        </pc:spChg>
        <pc:spChg chg="add">
          <ac:chgData name="Anand Bharadwaj" userId="e19c267242d4bc4c" providerId="LiveId" clId="{25E71196-1C13-4675-8601-37984577C6DC}" dt="2025-11-07T13:52:12.184" v="5716"/>
          <ac:spMkLst>
            <pc:docMk/>
            <pc:sldMk cId="1992873295" sldId="281"/>
            <ac:spMk id="7" creationId="{57046ABA-0FB5-CFF5-7D76-E625BFB93ECC}"/>
          </ac:spMkLst>
        </pc:spChg>
        <pc:spChg chg="mod">
          <ac:chgData name="Anand Bharadwaj" userId="e19c267242d4bc4c" providerId="LiveId" clId="{25E71196-1C13-4675-8601-37984577C6DC}" dt="2025-11-05T19:54:13.216" v="5017" actId="2711"/>
          <ac:spMkLst>
            <pc:docMk/>
            <pc:sldMk cId="1992873295" sldId="281"/>
            <ac:spMk id="8" creationId="{82D9E01C-0F11-AEC8-0D34-D39081346F7D}"/>
          </ac:spMkLst>
        </pc:spChg>
        <pc:spChg chg="mod">
          <ac:chgData name="Anand Bharadwaj" userId="e19c267242d4bc4c" providerId="LiveId" clId="{25E71196-1C13-4675-8601-37984577C6DC}" dt="2025-11-05T19:59:56.561" v="5052" actId="20577"/>
          <ac:spMkLst>
            <pc:docMk/>
            <pc:sldMk cId="1992873295" sldId="281"/>
            <ac:spMk id="16" creationId="{EB7592C4-5A0F-92E7-D96F-D73FD77AABC0}"/>
          </ac:spMkLst>
        </pc:spChg>
        <pc:spChg chg="mod">
          <ac:chgData name="Anand Bharadwaj" userId="e19c267242d4bc4c" providerId="LiveId" clId="{25E71196-1C13-4675-8601-37984577C6DC}" dt="2025-11-07T14:02:29.656" v="5771" actId="20577"/>
          <ac:spMkLst>
            <pc:docMk/>
            <pc:sldMk cId="1992873295" sldId="281"/>
            <ac:spMk id="25" creationId="{B8BF67BA-1609-1D94-8B91-781D71CD8B0E}"/>
          </ac:spMkLst>
        </pc:spChg>
        <pc:picChg chg="add mod">
          <ac:chgData name="Anand Bharadwaj" userId="e19c267242d4bc4c" providerId="LiveId" clId="{25E71196-1C13-4675-8601-37984577C6DC}" dt="2025-11-07T15:28:40.331" v="5952" actId="1076"/>
          <ac:picMkLst>
            <pc:docMk/>
            <pc:sldMk cId="1992873295" sldId="281"/>
            <ac:picMk id="10" creationId="{322B899E-6B56-7EFB-C6DB-EBD2D0FB3DBA}"/>
          </ac:picMkLst>
        </pc:picChg>
        <pc:picChg chg="add mod">
          <ac:chgData name="Anand Bharadwaj" userId="e19c267242d4bc4c" providerId="LiveId" clId="{25E71196-1C13-4675-8601-37984577C6DC}" dt="2025-11-07T15:28:34.798" v="5951" actId="14100"/>
          <ac:picMkLst>
            <pc:docMk/>
            <pc:sldMk cId="1992873295" sldId="281"/>
            <ac:picMk id="18" creationId="{E265B88A-6CD9-736E-A8BB-0685CDF3E156}"/>
          </ac:picMkLst>
        </pc:picChg>
      </pc:sldChg>
      <pc:sldChg chg="addSp delSp modSp add mod ord">
        <pc:chgData name="Anand Bharadwaj" userId="e19c267242d4bc4c" providerId="LiveId" clId="{25E71196-1C13-4675-8601-37984577C6DC}" dt="2025-11-07T16:58:25.916" v="6049" actId="20577"/>
        <pc:sldMkLst>
          <pc:docMk/>
          <pc:sldMk cId="292121809" sldId="282"/>
        </pc:sldMkLst>
        <pc:spChg chg="add">
          <ac:chgData name="Anand Bharadwaj" userId="e19c267242d4bc4c" providerId="LiveId" clId="{25E71196-1C13-4675-8601-37984577C6DC}" dt="2025-11-07T14:42:06.357" v="5852"/>
          <ac:spMkLst>
            <pc:docMk/>
            <pc:sldMk cId="292121809" sldId="282"/>
            <ac:spMk id="2" creationId="{6032AA96-8BAD-2935-9DB4-C047E1B736E2}"/>
          </ac:spMkLst>
        </pc:spChg>
        <pc:spChg chg="add mod">
          <ac:chgData name="Anand Bharadwaj" userId="e19c267242d4bc4c" providerId="LiveId" clId="{25E71196-1C13-4675-8601-37984577C6DC}" dt="2025-11-07T16:58:25.916" v="6049" actId="20577"/>
          <ac:spMkLst>
            <pc:docMk/>
            <pc:sldMk cId="292121809" sldId="282"/>
            <ac:spMk id="3" creationId="{D79E7D8C-DB12-660D-962A-E69CDD4F05F8}"/>
          </ac:spMkLst>
        </pc:spChg>
        <pc:spChg chg="mod">
          <ac:chgData name="Anand Bharadwaj" userId="e19c267242d4bc4c" providerId="LiveId" clId="{25E71196-1C13-4675-8601-37984577C6DC}" dt="2025-11-07T16:55:54.942" v="6022" actId="20577"/>
          <ac:spMkLst>
            <pc:docMk/>
            <pc:sldMk cId="292121809" sldId="282"/>
            <ac:spMk id="5" creationId="{BADC1791-C2FF-5DF3-60A9-D8707737EA6E}"/>
          </ac:spMkLst>
        </pc:spChg>
        <pc:spChg chg="del mod">
          <ac:chgData name="Anand Bharadwaj" userId="e19c267242d4bc4c" providerId="LiveId" clId="{25E71196-1C13-4675-8601-37984577C6DC}" dt="2025-11-07T16:56:07.005" v="6025"/>
          <ac:spMkLst>
            <pc:docMk/>
            <pc:sldMk cId="292121809" sldId="282"/>
            <ac:spMk id="8" creationId="{A583BECF-9591-D1B4-25E1-B0F8D118B263}"/>
          </ac:spMkLst>
        </pc:spChg>
        <pc:spChg chg="add">
          <ac:chgData name="Anand Bharadwaj" userId="e19c267242d4bc4c" providerId="LiveId" clId="{25E71196-1C13-4675-8601-37984577C6DC}" dt="2025-11-07T16:57:18.316" v="6033"/>
          <ac:spMkLst>
            <pc:docMk/>
            <pc:sldMk cId="292121809" sldId="282"/>
            <ac:spMk id="10" creationId="{CEE50AD2-6D4E-DF04-C92F-AD7362BE37BF}"/>
          </ac:spMkLst>
        </pc:spChg>
        <pc:spChg chg="del mod">
          <ac:chgData name="Anand Bharadwaj" userId="e19c267242d4bc4c" providerId="LiveId" clId="{25E71196-1C13-4675-8601-37984577C6DC}" dt="2025-11-07T14:41:51.936" v="5844" actId="478"/>
          <ac:spMkLst>
            <pc:docMk/>
            <pc:sldMk cId="292121809" sldId="282"/>
            <ac:spMk id="12" creationId="{BC5B8E84-C23F-BC22-8B67-8B4E2EC737DF}"/>
          </ac:spMkLst>
        </pc:spChg>
        <pc:spChg chg="add del mod">
          <ac:chgData name="Anand Bharadwaj" userId="e19c267242d4bc4c" providerId="LiveId" clId="{25E71196-1C13-4675-8601-37984577C6DC}" dt="2025-11-07T14:41:51.936" v="5846"/>
          <ac:spMkLst>
            <pc:docMk/>
            <pc:sldMk cId="292121809" sldId="282"/>
            <ac:spMk id="13" creationId="{38B76E1C-65A4-9A5F-FA88-1672486CBFD5}"/>
          </ac:spMkLst>
        </pc:spChg>
        <pc:picChg chg="add mod">
          <ac:chgData name="Anand Bharadwaj" userId="e19c267242d4bc4c" providerId="LiveId" clId="{25E71196-1C13-4675-8601-37984577C6DC}" dt="2025-11-07T16:56:26.570" v="6032" actId="14100"/>
          <ac:picMkLst>
            <pc:docMk/>
            <pc:sldMk cId="292121809" sldId="282"/>
            <ac:picMk id="9" creationId="{9B1FF14F-57EA-8A89-C915-1B8560359173}"/>
          </ac:picMkLst>
        </pc:picChg>
        <pc:picChg chg="add del mod">
          <ac:chgData name="Anand Bharadwaj" userId="e19c267242d4bc4c" providerId="LiveId" clId="{25E71196-1C13-4675-8601-37984577C6DC}" dt="2025-11-07T16:54:46.219" v="5962" actId="478"/>
          <ac:picMkLst>
            <pc:docMk/>
            <pc:sldMk cId="292121809" sldId="282"/>
            <ac:picMk id="11" creationId="{6E4E80B8-2BFB-42C7-EFFE-A35509D25D63}"/>
          </ac:picMkLst>
        </pc:picChg>
      </pc:sldChg>
      <pc:sldChg chg="addSp delSp modSp add mod">
        <pc:chgData name="Anand Bharadwaj" userId="e19c267242d4bc4c" providerId="LiveId" clId="{25E71196-1C13-4675-8601-37984577C6DC}" dt="2025-11-07T15:20:08.663" v="5931" actId="14100"/>
        <pc:sldMkLst>
          <pc:docMk/>
          <pc:sldMk cId="3651016996" sldId="283"/>
        </pc:sldMkLst>
        <pc:spChg chg="mod">
          <ac:chgData name="Anand Bharadwaj" userId="e19c267242d4bc4c" providerId="LiveId" clId="{25E71196-1C13-4675-8601-37984577C6DC}" dt="2025-11-07T14:56:29.242" v="5898" actId="313"/>
          <ac:spMkLst>
            <pc:docMk/>
            <pc:sldMk cId="3651016996" sldId="283"/>
            <ac:spMk id="5" creationId="{30EF986E-E3B0-2D57-BCD6-5A040A8E53A2}"/>
          </ac:spMkLst>
        </pc:spChg>
        <pc:spChg chg="mod">
          <ac:chgData name="Anand Bharadwaj" userId="e19c267242d4bc4c" providerId="LiveId" clId="{25E71196-1C13-4675-8601-37984577C6DC}" dt="2025-11-07T15:18:20.364" v="5922" actId="1076"/>
          <ac:spMkLst>
            <pc:docMk/>
            <pc:sldMk cId="3651016996" sldId="283"/>
            <ac:spMk id="12" creationId="{C06B699B-4B1E-5CBB-F378-29F8DFF5FA87}"/>
          </ac:spMkLst>
        </pc:spChg>
        <pc:picChg chg="add mod">
          <ac:chgData name="Anand Bharadwaj" userId="e19c267242d4bc4c" providerId="LiveId" clId="{25E71196-1C13-4675-8601-37984577C6DC}" dt="2025-11-07T15:20:08.663" v="5931" actId="14100"/>
          <ac:picMkLst>
            <pc:docMk/>
            <pc:sldMk cId="3651016996" sldId="283"/>
            <ac:picMk id="3" creationId="{5AE698C9-4441-B4AA-1D3D-36B2E55DFB9F}"/>
          </ac:picMkLst>
        </pc:picChg>
        <pc:picChg chg="add del mod">
          <ac:chgData name="Anand Bharadwaj" userId="e19c267242d4bc4c" providerId="LiveId" clId="{25E71196-1C13-4675-8601-37984577C6DC}" dt="2025-11-07T15:19:25.329" v="5923" actId="478"/>
          <ac:picMkLst>
            <pc:docMk/>
            <pc:sldMk cId="3651016996" sldId="283"/>
            <ac:picMk id="7" creationId="{3B20E03C-2EFA-D515-804C-A2D3929187E8}"/>
          </ac:picMkLst>
        </pc:picChg>
        <pc:picChg chg="add mod">
          <ac:chgData name="Anand Bharadwaj" userId="e19c267242d4bc4c" providerId="LiveId" clId="{25E71196-1C13-4675-8601-37984577C6DC}" dt="2025-11-07T15:19:57.028" v="5928" actId="1076"/>
          <ac:picMkLst>
            <pc:docMk/>
            <pc:sldMk cId="3651016996" sldId="283"/>
            <ac:picMk id="9" creationId="{63860B66-0AB3-DBBC-388A-43EFB61F26D8}"/>
          </ac:picMkLst>
        </pc:picChg>
      </pc:sldChg>
      <pc:sldChg chg="addSp delSp modSp add mod">
        <pc:chgData name="Anand Bharadwaj" userId="e19c267242d4bc4c" providerId="LiveId" clId="{25E71196-1C13-4675-8601-37984577C6DC}" dt="2025-11-05T20:28:44.665" v="5502" actId="14100"/>
        <pc:sldMkLst>
          <pc:docMk/>
          <pc:sldMk cId="3935598802" sldId="284"/>
        </pc:sldMkLst>
        <pc:spChg chg="add mod">
          <ac:chgData name="Anand Bharadwaj" userId="e19c267242d4bc4c" providerId="LiveId" clId="{25E71196-1C13-4675-8601-37984577C6DC}" dt="2025-11-05T20:19:28.712" v="5381" actId="14100"/>
          <ac:spMkLst>
            <pc:docMk/>
            <pc:sldMk cId="3935598802" sldId="284"/>
            <ac:spMk id="2" creationId="{9F4ECB35-CB7F-55A9-E434-BB03B33F11FA}"/>
          </ac:spMkLst>
        </pc:spChg>
        <pc:spChg chg="mod">
          <ac:chgData name="Anand Bharadwaj" userId="e19c267242d4bc4c" providerId="LiveId" clId="{25E71196-1C13-4675-8601-37984577C6DC}" dt="2025-11-05T20:28:44.665" v="5502" actId="14100"/>
          <ac:spMkLst>
            <pc:docMk/>
            <pc:sldMk cId="3935598802" sldId="284"/>
            <ac:spMk id="5" creationId="{FCD6D557-F55C-FCF8-724F-24F663C0BCBE}"/>
          </ac:spMkLst>
        </pc:spChg>
        <pc:spChg chg="mod">
          <ac:chgData name="Anand Bharadwaj" userId="e19c267242d4bc4c" providerId="LiveId" clId="{25E71196-1C13-4675-8601-37984577C6DC}" dt="2025-11-05T20:21:27.865" v="5395" actId="20577"/>
          <ac:spMkLst>
            <pc:docMk/>
            <pc:sldMk cId="3935598802" sldId="284"/>
            <ac:spMk id="12" creationId="{DEF5DA71-22E8-8644-DDAD-51C4C91CBC43}"/>
          </ac:spMkLst>
        </pc:spChg>
        <pc:picChg chg="add mod">
          <ac:chgData name="Anand Bharadwaj" userId="e19c267242d4bc4c" providerId="LiveId" clId="{25E71196-1C13-4675-8601-37984577C6DC}" dt="2025-11-05T20:20:03.216" v="5383" actId="1076"/>
          <ac:picMkLst>
            <pc:docMk/>
            <pc:sldMk cId="3935598802" sldId="284"/>
            <ac:picMk id="9" creationId="{662F68B3-8A4B-FDCA-4140-E2D37FF3C88A}"/>
          </ac:picMkLst>
        </pc:picChg>
      </pc:sldChg>
      <pc:sldChg chg="addSp delSp modSp add mod">
        <pc:chgData name="Anand Bharadwaj" userId="e19c267242d4bc4c" providerId="LiveId" clId="{25E71196-1C13-4675-8601-37984577C6DC}" dt="2025-11-07T15:36:36.557" v="5960" actId="20577"/>
        <pc:sldMkLst>
          <pc:docMk/>
          <pc:sldMk cId="2327579296" sldId="285"/>
        </pc:sldMkLst>
        <pc:spChg chg="mod">
          <ac:chgData name="Anand Bharadwaj" userId="e19c267242d4bc4c" providerId="LiveId" clId="{25E71196-1C13-4675-8601-37984577C6DC}" dt="2025-11-05T20:29:22.851" v="5506" actId="2711"/>
          <ac:spMkLst>
            <pc:docMk/>
            <pc:sldMk cId="2327579296" sldId="285"/>
            <ac:spMk id="5" creationId="{A5AFAE24-35CB-8368-9C8B-89875ECA9CC8}"/>
          </ac:spMkLst>
        </pc:spChg>
        <pc:spChg chg="mod">
          <ac:chgData name="Anand Bharadwaj" userId="e19c267242d4bc4c" providerId="LiveId" clId="{25E71196-1C13-4675-8601-37984577C6DC}" dt="2025-11-07T15:36:36.557" v="5960" actId="20577"/>
          <ac:spMkLst>
            <pc:docMk/>
            <pc:sldMk cId="2327579296" sldId="285"/>
            <ac:spMk id="12" creationId="{A1F39F78-E0D8-9436-E31B-EB61FE72591B}"/>
          </ac:spMkLst>
        </pc:spChg>
        <pc:picChg chg="add mod">
          <ac:chgData name="Anand Bharadwaj" userId="e19c267242d4bc4c" providerId="LiveId" clId="{25E71196-1C13-4675-8601-37984577C6DC}" dt="2025-11-07T14:55:21.597" v="5878" actId="1035"/>
          <ac:picMkLst>
            <pc:docMk/>
            <pc:sldMk cId="2327579296" sldId="285"/>
            <ac:picMk id="7" creationId="{4F585DD7-3637-BB0F-14F3-1EC603175A67}"/>
          </ac:picMkLst>
        </pc:picChg>
      </pc:sldChg>
      <pc:sldChg chg="add del">
        <pc:chgData name="Anand Bharadwaj" userId="e19c267242d4bc4c" providerId="LiveId" clId="{25E71196-1C13-4675-8601-37984577C6DC}" dt="2025-11-07T09:22:18.575" v="5563" actId="2696"/>
        <pc:sldMkLst>
          <pc:docMk/>
          <pc:sldMk cId="690644861" sldId="286"/>
        </pc:sldMkLst>
      </pc:sldChg>
      <pc:sldChg chg="addSp modSp new del mod">
        <pc:chgData name="Anand Bharadwaj" userId="e19c267242d4bc4c" providerId="LiveId" clId="{25E71196-1C13-4675-8601-37984577C6DC}" dt="2025-11-07T09:19:46.197" v="5561" actId="2696"/>
        <pc:sldMkLst>
          <pc:docMk/>
          <pc:sldMk cId="2534701041" sldId="286"/>
        </pc:sldMkLst>
        <pc:spChg chg="add mod">
          <ac:chgData name="Anand Bharadwaj" userId="e19c267242d4bc4c" providerId="LiveId" clId="{25E71196-1C13-4675-8601-37984577C6DC}" dt="2025-11-07T09:18:51.344" v="5554" actId="1076"/>
          <ac:spMkLst>
            <pc:docMk/>
            <pc:sldMk cId="2534701041" sldId="286"/>
            <ac:spMk id="2" creationId="{DC0EA3E3-E9B5-FBE6-F278-E313C2AD4173}"/>
          </ac:spMkLst>
        </pc:spChg>
        <pc:picChg chg="add mod">
          <ac:chgData name="Anand Bharadwaj" userId="e19c267242d4bc4c" providerId="LiveId" clId="{25E71196-1C13-4675-8601-37984577C6DC}" dt="2025-11-07T09:19:07.895" v="5558" actId="14100"/>
          <ac:picMkLst>
            <pc:docMk/>
            <pc:sldMk cId="2534701041" sldId="286"/>
            <ac:picMk id="4" creationId="{C43A5330-4F7A-0BD1-5775-C741757D3193}"/>
          </ac:picMkLst>
        </pc:picChg>
      </pc:sldChg>
      <pc:sldChg chg="add del">
        <pc:chgData name="Anand Bharadwaj" userId="e19c267242d4bc4c" providerId="LiveId" clId="{25E71196-1C13-4675-8601-37984577C6DC}" dt="2025-11-07T12:59:47.469" v="5608" actId="2696"/>
        <pc:sldMkLst>
          <pc:docMk/>
          <pc:sldMk cId="4059443161" sldId="286"/>
        </pc:sldMkLst>
      </pc:sldChg>
      <pc:sldChg chg="addSp delSp modSp add mod">
        <pc:chgData name="Anand Bharadwaj" userId="e19c267242d4bc4c" providerId="LiveId" clId="{25E71196-1C13-4675-8601-37984577C6DC}" dt="2025-11-07T14:00:07.997" v="5736" actId="1076"/>
        <pc:sldMkLst>
          <pc:docMk/>
          <pc:sldMk cId="4191829766" sldId="286"/>
        </pc:sldMkLst>
        <pc:picChg chg="del">
          <ac:chgData name="Anand Bharadwaj" userId="e19c267242d4bc4c" providerId="LiveId" clId="{25E71196-1C13-4675-8601-37984577C6DC}" dt="2025-11-07T13:59:52.387" v="5732" actId="478"/>
          <ac:picMkLst>
            <pc:docMk/>
            <pc:sldMk cId="4191829766" sldId="286"/>
            <ac:picMk id="4" creationId="{C43A5330-4F7A-0BD1-5775-C741757D3193}"/>
          </ac:picMkLst>
        </pc:picChg>
        <pc:picChg chg="add mod">
          <ac:chgData name="Anand Bharadwaj" userId="e19c267242d4bc4c" providerId="LiveId" clId="{25E71196-1C13-4675-8601-37984577C6DC}" dt="2025-11-07T14:00:07.997" v="5736" actId="1076"/>
          <ac:picMkLst>
            <pc:docMk/>
            <pc:sldMk cId="4191829766" sldId="286"/>
            <ac:picMk id="5" creationId="{3282DC0F-45A1-9DE9-3CEE-90D399467023}"/>
          </ac:picMkLst>
        </pc:picChg>
      </pc:sldChg>
      <pc:sldChg chg="addSp modSp new mod">
        <pc:chgData name="Anand Bharadwaj" userId="e19c267242d4bc4c" providerId="LiveId" clId="{25E71196-1C13-4675-8601-37984577C6DC}" dt="2025-11-07T15:24:46.777" v="5948" actId="20577"/>
        <pc:sldMkLst>
          <pc:docMk/>
          <pc:sldMk cId="2738030888" sldId="287"/>
        </pc:sldMkLst>
        <pc:spChg chg="add mod">
          <ac:chgData name="Anand Bharadwaj" userId="e19c267242d4bc4c" providerId="LiveId" clId="{25E71196-1C13-4675-8601-37984577C6DC}" dt="2025-11-07T15:24:46.777" v="5948" actId="20577"/>
          <ac:spMkLst>
            <pc:docMk/>
            <pc:sldMk cId="2738030888" sldId="287"/>
            <ac:spMk id="2" creationId="{8DBD149F-2581-E18A-A0EF-E841502E0A06}"/>
          </ac:spMkLst>
        </pc:spChg>
      </pc:sldChg>
      <pc:sldChg chg="add del">
        <pc:chgData name="Anand Bharadwaj" userId="e19c267242d4bc4c" providerId="LiveId" clId="{25E71196-1C13-4675-8601-37984577C6DC}" dt="2025-11-07T13:00:18.123" v="5612"/>
        <pc:sldMkLst>
          <pc:docMk/>
          <pc:sldMk cId="1898071225" sldId="288"/>
        </pc:sldMkLst>
      </pc:sldChg>
      <pc:sldChg chg="add">
        <pc:chgData name="Anand Bharadwaj" userId="e19c267242d4bc4c" providerId="LiveId" clId="{25E71196-1C13-4675-8601-37984577C6DC}" dt="2025-11-07T16:54:39.462" v="5961" actId="2890"/>
        <pc:sldMkLst>
          <pc:docMk/>
          <pc:sldMk cId="3264282817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3C6B4-77E7-426B-BEC1-3E098A1E41E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4EE6C-C5FC-4EB9-B5B4-F40A40705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80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6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247C-DAD1-B8C6-B377-6F6DF305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6D6A4-60E9-E769-E493-2CED28E7E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F8A6E-5CCE-1898-5B6B-F1AD8B4EB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A8E6-F2CA-B979-5AD0-E232A286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73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4EFBF-97BD-45C5-40C8-5AA3B75B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91A35-17F2-8564-3AAB-2813E93F7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9805E-1913-EDD0-1903-53CB2FCBD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FE141-7B9D-3808-389A-F1D1B31EB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F3B9-7C6C-FCAC-A711-F9B3B117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17DF4-A786-B04E-6388-0A4E63ADE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0553-6E70-D4DF-D636-521896132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6715-AB45-A5D4-CB24-86C13B573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268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F52C1-D35E-CE75-C431-F04B9FA7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1344A-994F-4D50-04E1-FC4D35B8F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E841B-39FC-0934-913A-46A69612F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67B43-5BAC-D6CD-2D14-4A333C9AE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226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C655-CD2C-9363-4174-B5B0D959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46673-8E6C-312A-2700-683673312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F0998-9FAC-8D4C-1F8D-E486395BF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C130A-9B33-F8B3-20B9-9EA5BF31E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40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91F9A-1852-2E57-DEB0-11BE0B5B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A76FA-6E8D-C510-E81F-BC575E218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7ED06-9A6B-6121-B5B3-4B8DB8F9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98A1-0985-1A3E-5E59-37078DC75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55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2A30-7BE5-8AFC-300A-92802333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20CAD-99C9-27A2-D414-B6EE3DC1A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0D15D-02DC-E22A-50BD-F67788C07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5BF7C-4D98-3418-AEBA-515186956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71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05219-7D3A-5742-5B76-6FEF619D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22147-1640-D7B0-D90D-2D2593202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5353D-2E61-576F-2BDD-B7F904FEB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EBD5D-623E-BAF4-044B-7BB78FD0D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50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2156-0C5A-0992-C958-D3F2B06D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90634-BF10-0095-AE72-20854097C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B064A-AB1D-B0AB-9E63-2A36FBA71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11ACD-C58E-62FF-93E8-710BEA38B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706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5701C-73B9-8D1B-8750-B9B749BF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20463-6052-5E6A-40F3-3E3AB338C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5FCBD-914C-063D-AE94-5F49A479B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6460-7CDF-A246-C941-65E7FACEE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620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7E1-3D5D-CB79-2520-F66C1B2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8C31B-3E79-5375-8023-BF6108D62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247CA-328A-643A-5544-798BCA3B6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DD70B-D23F-D773-02A7-CC6C75860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22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AEC8-DACD-38E9-0279-9578FEA95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98031-5EAE-DE28-9D50-56177D33A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7CEC5-89E8-BB52-B08B-89072C35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2AD85-E238-C76B-53BF-F878F7EC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80056-5858-3DBF-24B4-0C564621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99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542E-E979-61FA-27F0-45636353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1310-3410-C6A4-7609-00A23E56E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62A4D-1BB4-80EA-CD83-359DF3AE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F91C-62B5-F30C-3F7F-5E22DC8B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BC8D9-14EC-B42B-A391-179204B4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0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2A83-26BA-9078-FE6B-E6479944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71623-34EA-5FB9-AA47-9BDFE36FF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33533-03F8-C6D3-13A7-F362DC66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73944-C4A7-8C5D-9B7D-F1BAB7AF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EB33A-939A-EC28-B5B9-187A0DD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2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E402-C969-CEB1-8691-3F9F054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A97C-40CC-9E45-2FAC-133E2243E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3290-6F10-60AA-01D4-3FDCFFFD6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122A-3C13-A7A9-1D66-08864916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5B44-D8D8-CFE2-DA81-953815E5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6C89E-B4BC-46E9-2C95-D97D3EBD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7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841D-C341-B706-5E79-9B37A153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648EA-F4BA-4449-8394-60B851AC0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11C5F-9923-F976-8908-23D23218E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EF91D-AB53-0707-4BFE-D0D7E9992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2131F-0508-B0FA-0F56-C06067364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75CD3-4B84-B7E1-1FC8-A7890452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58E7C-8C32-C1C1-E070-4C52C8DF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1AD52-160D-E5DE-BF03-70819B44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7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2C68-4524-7DC3-5DAD-E9D4505B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04BA1-67FB-861A-2D14-68A43CF9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C8CF0-3F21-1A87-19EB-A0128D39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FCBAA-CB2E-5AEE-57AD-38CB3122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BA83E-D2AA-802B-376D-B6B4BA91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BC54-3A66-4755-2C75-4D129CF5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77DC-E43E-E5D6-50E7-D7E67E23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20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5F6D-B2B1-7602-063F-91700225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76035-6EA2-700C-18E7-1375A863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CA97D-8292-AD3D-23AE-E6D53A2BD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F9045-624F-9123-5AAB-65B23A8C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25640-8CC0-00B8-BEE3-7D8E9500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2A78E-CB02-2823-3BF9-A9191587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03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328D-E4ED-CFB1-7981-0367ECC2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8CCA9-45A8-CB98-0E98-BFD38F153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8EBF-0950-38BD-F764-0485476F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3EF9C-5790-2CAE-12BB-973573B6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FD75-0ED5-3547-A45A-F6BB7CE4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ADBA1-6C59-574D-E489-94EFF43E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76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44E8-A276-5AC0-2072-A3E70200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96190-8E9D-3E61-E374-A9409F8D2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47B9-2C7E-62B9-4173-8EA0334F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79514-6518-D220-A852-997DCCCE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81ECE-1E73-53C9-5106-6C31BD33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64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D54DB-333A-B3BF-4577-604A3242B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380FF-57A0-C2B4-7D2C-057023F5C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6ABD-F84F-AD71-9443-D4E1DE98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5AEC-EABC-2182-B4EC-0E2A5864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8FA7-C4CF-78BC-7572-8DC21CC1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52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348FC-CB89-A4D6-D9D1-8CE4BEC7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B85A8-6932-C35F-E184-EF6F8839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D7EDD-0B74-D6B8-9F75-531461072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04680-8C7E-456D-A7C6-2948968C2A3A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7C9C-AE44-F323-FB7B-1DA1C1405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10167-5696-D8BB-CCB8-89BE5C8C7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1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31808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35923" y="3094903"/>
            <a:ext cx="1192015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IN" sz="3600" b="1" dirty="0">
              <a:latin typeface="Consolas" panose="020B0609020204030204" pitchFamily="49" charset="0"/>
            </a:endParaRPr>
          </a:p>
          <a:p>
            <a:pPr algn="ctr"/>
            <a:r>
              <a:rPr lang="en-US" sz="3600" b="1" dirty="0">
                <a:latin typeface="Consolas" panose="020B0609020204030204" pitchFamily="49" charset="0"/>
              </a:rPr>
              <a:t>LOGISTICS AND INVENTORY MANAGEMENT ANALYSIS</a:t>
            </a:r>
            <a:endParaRPr sz="3600" b="1" i="0" u="none" strike="noStrike" cap="none" dirty="0">
              <a:solidFill>
                <a:srgbClr val="000000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0273-7DC8-DA1D-CE1F-C9866D0B055E}"/>
              </a:ext>
            </a:extLst>
          </p:cNvPr>
          <p:cNvSpPr txBox="1"/>
          <p:nvPr/>
        </p:nvSpPr>
        <p:spPr>
          <a:xfrm>
            <a:off x="6096000" y="4744995"/>
            <a:ext cx="4489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Innomatics Research Labs – Dilsukhnagar</a:t>
            </a:r>
          </a:p>
          <a:p>
            <a:r>
              <a:rPr lang="en-IN" dirty="0">
                <a:latin typeface="Consolas" panose="020B0609020204030204" pitchFamily="49" charset="0"/>
              </a:rPr>
              <a:t>Batch No </a:t>
            </a:r>
            <a:r>
              <a:rPr lang="en-IN">
                <a:latin typeface="Consolas" panose="020B0609020204030204" pitchFamily="49" charset="0"/>
              </a:rPr>
              <a:t>: 403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Meduri V S Anand Bharadwaj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7C30-3FF6-E7D7-188F-B8A0526B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172F-9572-F0AE-AAD7-9E02016B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7" y="57349"/>
            <a:ext cx="5807676" cy="1034166"/>
          </a:xfrm>
        </p:spPr>
        <p:txBody>
          <a:bodyPr>
            <a:normAutofit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Contents:</a:t>
            </a:r>
            <a:endParaRPr lang="en-IN" sz="40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42892-F075-37B4-CEBC-71B5AF71ED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6FA33-878C-703C-ABA6-EC363183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97" y="6260757"/>
            <a:ext cx="3575221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E0501-00A5-D091-38E3-B13BA37808BE}"/>
              </a:ext>
            </a:extLst>
          </p:cNvPr>
          <p:cNvSpPr txBox="1"/>
          <p:nvPr/>
        </p:nvSpPr>
        <p:spPr>
          <a:xfrm>
            <a:off x="675503" y="1091515"/>
            <a:ext cx="79083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Problem Statement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Summary of the Data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Data Visualizations.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 Conclusion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endParaRPr lang="en-IN" sz="2400" dirty="0">
              <a:latin typeface="Consolas" panose="020B0609020204030204" pitchFamily="49" charset="0"/>
            </a:endParaRP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58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85C3-4501-3386-B2D5-3327998D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3" y="134466"/>
            <a:ext cx="8081319" cy="59870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onsolas" panose="020B0609020204030204" pitchFamily="49" charset="0"/>
              </a:rPr>
              <a:t>Problem Statement: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AD7-1685-FC1C-39CC-19068B2BA8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3B2886-74C4-4FA0-26AA-92CE9A37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33B007-2882-B9F8-D35B-35A5F6590CAC}"/>
              </a:ext>
            </a:extLst>
          </p:cNvPr>
          <p:cNvSpPr txBox="1"/>
          <p:nvPr/>
        </p:nvSpPr>
        <p:spPr>
          <a:xfrm>
            <a:off x="98853" y="1095632"/>
            <a:ext cx="117883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>
                <a:latin typeface="Consolas" panose="020B0609020204030204" pitchFamily="49" charset="0"/>
              </a:rPr>
              <a:t>Retail Businesses struggle to balance inventory, manage warehouse capacity, and handle supplier delays resulting in higher costs and backorders. </a:t>
            </a:r>
          </a:p>
          <a:p>
            <a:pPr fontAlgn="base"/>
            <a:endParaRPr lang="en-US" sz="2000" dirty="0">
              <a:latin typeface="Consolas" panose="020B0609020204030204" pitchFamily="49" charset="0"/>
            </a:endParaRPr>
          </a:p>
          <a:p>
            <a:pPr fontAlgn="base"/>
            <a:endParaRPr lang="en-US" sz="2000" dirty="0">
              <a:latin typeface="Consolas" panose="020B0609020204030204" pitchFamily="49" charset="0"/>
            </a:endParaRPr>
          </a:p>
          <a:p>
            <a:pPr fontAlgn="base"/>
            <a:r>
              <a:rPr lang="en-US" sz="2000" dirty="0">
                <a:latin typeface="Consolas" panose="020B0609020204030204" pitchFamily="49" charset="0"/>
              </a:rPr>
              <a:t>This dashboard analyzes key metrics across inventory, sales, and logistics to uncover inefficiencies and enhance overall supply chain performance and decision-making.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32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1FAB-9184-CA9F-84FD-9114AB0D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DF5E5F-53E7-7FAD-D294-8136A396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" y="151936"/>
            <a:ext cx="8221362" cy="62242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Summary of the Data:</a:t>
            </a:r>
            <a:endParaRPr lang="en-IN" sz="32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14AFE-2F1F-4964-184B-7761C499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F16B0-EA58-05F0-D48C-64805A4A384D}"/>
              </a:ext>
            </a:extLst>
          </p:cNvPr>
          <p:cNvSpPr txBox="1"/>
          <p:nvPr/>
        </p:nvSpPr>
        <p:spPr>
          <a:xfrm>
            <a:off x="325394" y="774357"/>
            <a:ext cx="115412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onsolas" panose="020B0609020204030204" pitchFamily="49" charset="0"/>
              </a:rPr>
              <a:t>Column Name</a:t>
            </a:r>
            <a:r>
              <a:rPr lang="en-IN" b="1" dirty="0">
                <a:latin typeface="Consolas" panose="020B0609020204030204" pitchFamily="49" charset="0"/>
              </a:rPr>
              <a:t>          	</a:t>
            </a:r>
            <a:r>
              <a:rPr lang="en-IN" b="1" u="sng" dirty="0">
                <a:latin typeface="Consolas" panose="020B0609020204030204" pitchFamily="49" charset="0"/>
              </a:rPr>
              <a:t>Description</a:t>
            </a:r>
            <a:r>
              <a:rPr lang="en-IN" b="1" dirty="0">
                <a:latin typeface="Consolas" panose="020B0609020204030204" pitchFamily="49" charset="0"/>
              </a:rPr>
              <a:t>                                                       	</a:t>
            </a:r>
          </a:p>
          <a:p>
            <a:r>
              <a:rPr lang="en-US" b="1" dirty="0">
                <a:latin typeface="Consolas" panose="020B0609020204030204" pitchFamily="49" charset="0"/>
              </a:rPr>
              <a:t>Date</a:t>
            </a:r>
            <a:r>
              <a:rPr lang="en-US" dirty="0">
                <a:latin typeface="Consolas" panose="020B0609020204030204" pitchFamily="49" charset="0"/>
              </a:rPr>
              <a:t>	          - The date when stock is sold</a:t>
            </a:r>
          </a:p>
          <a:p>
            <a:r>
              <a:rPr lang="en-US" b="1" dirty="0">
                <a:latin typeface="Consolas" panose="020B0609020204030204" pitchFamily="49" charset="0"/>
              </a:rPr>
              <a:t>Region	          - </a:t>
            </a:r>
            <a:r>
              <a:rPr lang="en-US" dirty="0">
                <a:latin typeface="Consolas" panose="020B0609020204030204" pitchFamily="49" charset="0"/>
              </a:rPr>
              <a:t>The specific region </a:t>
            </a:r>
          </a:p>
          <a:p>
            <a:r>
              <a:rPr lang="en-US" b="1" dirty="0">
                <a:latin typeface="Consolas" panose="020B0609020204030204" pitchFamily="49" charset="0"/>
              </a:rPr>
              <a:t>Category         - </a:t>
            </a:r>
            <a:r>
              <a:rPr lang="en-US" dirty="0">
                <a:latin typeface="Consolas" panose="020B0609020204030204" pitchFamily="49" charset="0"/>
              </a:rPr>
              <a:t>The specific items in warehouse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Supplier</a:t>
            </a:r>
            <a:r>
              <a:rPr lang="en-US" dirty="0">
                <a:latin typeface="Consolas" panose="020B0609020204030204" pitchFamily="49" charset="0"/>
              </a:rPr>
              <a:t>         - supply different items.</a:t>
            </a:r>
          </a:p>
          <a:p>
            <a:r>
              <a:rPr lang="en-US" b="1" dirty="0">
                <a:latin typeface="Consolas" panose="020B0609020204030204" pitchFamily="49" charset="0"/>
              </a:rPr>
              <a:t>Order Status     - </a:t>
            </a:r>
            <a:r>
              <a:rPr lang="en-US" dirty="0">
                <a:latin typeface="Consolas" panose="020B0609020204030204" pitchFamily="49" charset="0"/>
              </a:rPr>
              <a:t>The status of the order placed</a:t>
            </a:r>
            <a:r>
              <a:rPr lang="en-US" b="1" dirty="0">
                <a:latin typeface="Consolas" panose="020B0609020204030204" pitchFamily="49" charset="0"/>
              </a:rPr>
              <a:t>.</a:t>
            </a:r>
          </a:p>
          <a:p>
            <a:r>
              <a:rPr lang="en-US" b="1" dirty="0">
                <a:latin typeface="Consolas" panose="020B0609020204030204" pitchFamily="49" charset="0"/>
              </a:rPr>
              <a:t>Units Sold</a:t>
            </a:r>
            <a:r>
              <a:rPr lang="en-US" dirty="0">
                <a:latin typeface="Consolas" panose="020B0609020204030204" pitchFamily="49" charset="0"/>
              </a:rPr>
              <a:t>       - Number of items sold.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Inventory Level  - </a:t>
            </a:r>
            <a:r>
              <a:rPr lang="en-IN" dirty="0">
                <a:latin typeface="Consolas" panose="020B0609020204030204" pitchFamily="49" charset="0"/>
              </a:rPr>
              <a:t>Availability of the stock in the warehouse.    </a:t>
            </a:r>
          </a:p>
          <a:p>
            <a:r>
              <a:rPr lang="en-US" b="1" dirty="0">
                <a:latin typeface="Consolas" panose="020B0609020204030204" pitchFamily="49" charset="0"/>
              </a:rPr>
              <a:t>Lead Time</a:t>
            </a:r>
            <a:r>
              <a:rPr lang="en-US" dirty="0">
                <a:latin typeface="Consolas" panose="020B0609020204030204" pitchFamily="49" charset="0"/>
              </a:rPr>
              <a:t>	  - The Time taken for a product to get manufactured and to reach the                      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Customer. </a:t>
            </a:r>
          </a:p>
          <a:p>
            <a:r>
              <a:rPr lang="en-US" b="1" dirty="0">
                <a:latin typeface="Consolas" panose="020B0609020204030204" pitchFamily="49" charset="0"/>
              </a:rPr>
              <a:t>Backorder        - </a:t>
            </a:r>
            <a:r>
              <a:rPr lang="en-US" dirty="0">
                <a:latin typeface="Consolas" panose="020B0609020204030204" pitchFamily="49" charset="0"/>
              </a:rPr>
              <a:t>customer order the product but it is out of stock.</a:t>
            </a:r>
          </a:p>
          <a:p>
            <a:r>
              <a:rPr lang="en-US" b="1" dirty="0">
                <a:latin typeface="Consolas" panose="020B0609020204030204" pitchFamily="49" charset="0"/>
              </a:rPr>
              <a:t>Warehouse Capacity – </a:t>
            </a:r>
            <a:r>
              <a:rPr lang="en-US" dirty="0">
                <a:latin typeface="Consolas" panose="020B0609020204030204" pitchFamily="49" charset="0"/>
              </a:rPr>
              <a:t>The number of product that we can store in warehouse</a:t>
            </a:r>
          </a:p>
        </p:txBody>
      </p:sp>
    </p:spTree>
    <p:extLst>
      <p:ext uri="{BB962C8B-B14F-4D97-AF65-F5344CB8AC3E}">
        <p14:creationId xmlns:p14="http://schemas.microsoft.com/office/powerpoint/2010/main" val="222648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EF60-3A5F-541C-7A4A-57E2FBA1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3E3263-D523-E827-5870-9E5B77B6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3" y="151936"/>
            <a:ext cx="8221362" cy="62242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nsolas" panose="020B0609020204030204" pitchFamily="49" charset="0"/>
              </a:rPr>
              <a:t>What is Inventory and Logistics:</a:t>
            </a:r>
            <a:endParaRPr lang="en-IN" sz="32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D6A35-88D3-889E-47CC-634ABE1D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F0B5A9-3B75-C51A-1E3F-89A66EEF0606}"/>
              </a:ext>
            </a:extLst>
          </p:cNvPr>
          <p:cNvSpPr txBox="1"/>
          <p:nvPr/>
        </p:nvSpPr>
        <p:spPr>
          <a:xfrm>
            <a:off x="304800" y="906162"/>
            <a:ext cx="116318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Inventory:</a:t>
            </a:r>
          </a:p>
          <a:p>
            <a:r>
              <a:rPr lang="en-US" b="1" dirty="0">
                <a:latin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</a:rPr>
              <a:t>Inventory refers to the stock of goods a business holds for sale or use in production. It includes raw materials, work-in-progress items, and finished products. Proper inventory management ensures that companies meet customer demand without overstocking or running out of essential items.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Logistics:</a:t>
            </a:r>
          </a:p>
          <a:p>
            <a:r>
              <a:rPr lang="en-IN" b="1" dirty="0">
                <a:latin typeface="Consolas" panose="020B0609020204030204" pitchFamily="49" charset="0"/>
              </a:rPr>
              <a:t>       </a:t>
            </a:r>
            <a:r>
              <a:rPr lang="en-US" dirty="0">
                <a:latin typeface="Consolas" panose="020B0609020204030204" pitchFamily="49" charset="0"/>
              </a:rPr>
              <a:t>Supply chain management is the coordination of all steps from raw materials to product delivery.</a:t>
            </a:r>
          </a:p>
          <a:p>
            <a:r>
              <a:rPr lang="en-US" dirty="0">
                <a:latin typeface="Consolas" panose="020B0609020204030204" pitchFamily="49" charset="0"/>
              </a:rPr>
              <a:t>Effective SCM reduces costs, improves efficiency, and enhances customer satisfaction.</a:t>
            </a:r>
          </a:p>
          <a:p>
            <a:endParaRPr lang="en-IN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15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0EA3E3-E9B5-FBE6-F278-E313C2AD4173}"/>
              </a:ext>
            </a:extLst>
          </p:cNvPr>
          <p:cNvSpPr txBox="1"/>
          <p:nvPr/>
        </p:nvSpPr>
        <p:spPr>
          <a:xfrm>
            <a:off x="0" y="0"/>
            <a:ext cx="740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Dashboard Overview:</a:t>
            </a:r>
            <a:endParaRPr lang="en-IN" sz="24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2DC0F-45A1-9DE9-3CEE-90D399467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11" y="393449"/>
            <a:ext cx="11835377" cy="63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2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D149F-2581-E18A-A0EF-E841502E0A06}"/>
              </a:ext>
            </a:extLst>
          </p:cNvPr>
          <p:cNvSpPr txBox="1"/>
          <p:nvPr/>
        </p:nvSpPr>
        <p:spPr>
          <a:xfrm>
            <a:off x="423949" y="266007"/>
            <a:ext cx="103992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Your dashboard — </a:t>
            </a:r>
            <a:r>
              <a:rPr lang="en-US" i="1" dirty="0">
                <a:latin typeface="Consolas" panose="020B0609020204030204" pitchFamily="49" charset="0"/>
              </a:rPr>
              <a:t>“Logistics and Inventory Management Analysis”</a:t>
            </a:r>
            <a:r>
              <a:rPr lang="en-US" dirty="0">
                <a:latin typeface="Consolas" panose="020B0609020204030204" pitchFamily="49" charset="0"/>
              </a:rPr>
              <a:t> — provides a comprehensive view of supply chain and warehouse performance.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It covers five core areas of logistics: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Inventory efficiency (Days Sales of Inventory, Inventory Turnover Ratio)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Warehouse utilization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Supplier performance (Lead Time)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Sales trend (Units Sold)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Operational Performance (Transportation &amp; Backorders)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03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B752-FE44-7CE8-2CD3-D56350FE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4882B6-2540-AA18-A496-862353CA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4CB1F-2870-B686-7BBE-1C8DFCC2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5EF7BD-00CF-FF94-2913-608B6CEA41A1}"/>
              </a:ext>
            </a:extLst>
          </p:cNvPr>
          <p:cNvSpPr txBox="1"/>
          <p:nvPr/>
        </p:nvSpPr>
        <p:spPr>
          <a:xfrm>
            <a:off x="140043" y="774357"/>
            <a:ext cx="474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Key Performance Indicators KPI’S: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6ABB2-282D-DA3E-4784-CF65BB6AA07D}"/>
              </a:ext>
            </a:extLst>
          </p:cNvPr>
          <p:cNvSpPr txBox="1"/>
          <p:nvPr/>
        </p:nvSpPr>
        <p:spPr>
          <a:xfrm>
            <a:off x="140043" y="1289907"/>
            <a:ext cx="383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Day Sales of Inventory: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FC2C0-AA65-734C-AC25-F6A35CFA418D}"/>
              </a:ext>
            </a:extLst>
          </p:cNvPr>
          <p:cNvSpPr txBox="1"/>
          <p:nvPr/>
        </p:nvSpPr>
        <p:spPr>
          <a:xfrm>
            <a:off x="411892" y="1754660"/>
            <a:ext cx="1072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Measure how long a product was there in the warehouse before sold.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11623F-3970-1A97-A8EB-8E464349B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13" y="2217349"/>
            <a:ext cx="2143424" cy="1114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ED6C6C-0297-0879-7367-5C2EAED92201}"/>
              </a:ext>
            </a:extLst>
          </p:cNvPr>
          <p:cNvSpPr txBox="1"/>
          <p:nvPr/>
        </p:nvSpPr>
        <p:spPr>
          <a:xfrm>
            <a:off x="411892" y="3429000"/>
            <a:ext cx="11780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Days Sales of Inventory (15.56 days)</a:t>
            </a:r>
            <a:r>
              <a:rPr lang="en-US" dirty="0">
                <a:latin typeface="Consolas" panose="020B0609020204030204" pitchFamily="49" charset="0"/>
              </a:rPr>
              <a:t> – products stay about 16 days in a year in the warehouse before being sold, which is </a:t>
            </a:r>
            <a:r>
              <a:rPr lang="en-US" b="1" dirty="0">
                <a:latin typeface="Consolas" panose="020B0609020204030204" pitchFamily="49" charset="0"/>
              </a:rPr>
              <a:t>Very Good </a:t>
            </a:r>
            <a:r>
              <a:rPr lang="en-US" dirty="0">
                <a:latin typeface="Consolas" panose="020B0609020204030204" pitchFamily="49" charset="0"/>
              </a:rPr>
              <a:t>because of </a:t>
            </a:r>
            <a:r>
              <a:rPr lang="en-US" b="1" dirty="0">
                <a:latin typeface="Consolas" panose="020B0609020204030204" pitchFamily="49" charset="0"/>
              </a:rPr>
              <a:t>less holding cost of </a:t>
            </a:r>
            <a:r>
              <a:rPr lang="en-US" dirty="0">
                <a:latin typeface="Consolas" panose="020B0609020204030204" pitchFamily="49" charset="0"/>
              </a:rPr>
              <a:t>inventory</a:t>
            </a:r>
            <a:r>
              <a:rPr lang="en-US" b="1" dirty="0">
                <a:latin typeface="Consolas" panose="020B0609020204030204" pitchFamily="49" charset="0"/>
              </a:rPr>
              <a:t>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Recommendations: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Optimize reorder points, remove slow-moving items. </a:t>
            </a:r>
          </a:p>
        </p:txBody>
      </p:sp>
    </p:spTree>
    <p:extLst>
      <p:ext uri="{BB962C8B-B14F-4D97-AF65-F5344CB8AC3E}">
        <p14:creationId xmlns:p14="http://schemas.microsoft.com/office/powerpoint/2010/main" val="172180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2B60-B711-BBDB-A441-07296247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80F42F-69A4-1446-66A3-49DCEEA64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AA0551-B248-B5D8-7391-E7B5AEBF3149}"/>
              </a:ext>
            </a:extLst>
          </p:cNvPr>
          <p:cNvSpPr txBox="1"/>
          <p:nvPr/>
        </p:nvSpPr>
        <p:spPr>
          <a:xfrm>
            <a:off x="0" y="81694"/>
            <a:ext cx="474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Key Performance Indicators KPI’S: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7CF07-2DBA-8B82-20C5-43A3D663CF00}"/>
              </a:ext>
            </a:extLst>
          </p:cNvPr>
          <p:cNvSpPr txBox="1"/>
          <p:nvPr/>
        </p:nvSpPr>
        <p:spPr>
          <a:xfrm>
            <a:off x="0" y="548845"/>
            <a:ext cx="383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Inventory Turnover Ratio</a:t>
            </a:r>
            <a:r>
              <a:rPr lang="en-US" b="1" dirty="0">
                <a:latin typeface="Consolas" panose="020B0609020204030204" pitchFamily="49" charset="0"/>
              </a:rPr>
              <a:t>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CC090-E6F0-D3C1-E1C7-3DDB7548C99E}"/>
              </a:ext>
            </a:extLst>
          </p:cNvPr>
          <p:cNvSpPr txBox="1"/>
          <p:nvPr/>
        </p:nvSpPr>
        <p:spPr>
          <a:xfrm>
            <a:off x="411892" y="1754660"/>
            <a:ext cx="1072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Measures how many times a company sells and replaces its inventory over a specific period (usually a year)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0D30D-CCE9-439C-9086-6E74112A8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979" y="451026"/>
            <a:ext cx="2200582" cy="11622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439334-BCD9-8491-5BE9-0D1C0F2D0F35}"/>
              </a:ext>
            </a:extLst>
          </p:cNvPr>
          <p:cNvSpPr txBox="1"/>
          <p:nvPr/>
        </p:nvSpPr>
        <p:spPr>
          <a:xfrm>
            <a:off x="527222" y="3429000"/>
            <a:ext cx="1080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D8EB4-DA67-159C-279A-E4288468F3D0}"/>
              </a:ext>
            </a:extLst>
          </p:cNvPr>
          <p:cNvSpPr txBox="1"/>
          <p:nvPr/>
        </p:nvSpPr>
        <p:spPr>
          <a:xfrm>
            <a:off x="411892" y="2639542"/>
            <a:ext cx="116318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Consolas" panose="020B0609020204030204" pitchFamily="49" charset="0"/>
              </a:rPr>
              <a:t>Inventory Turnover Ratio (23.47)</a:t>
            </a:r>
            <a:r>
              <a:rPr lang="en-US" dirty="0">
                <a:latin typeface="Consolas" panose="020B0609020204030204" pitchFamily="49" charset="0"/>
              </a:rPr>
              <a:t> → stock is sold and </a:t>
            </a:r>
            <a:r>
              <a:rPr lang="en-IN" b="1" dirty="0">
                <a:latin typeface="Consolas" panose="020B0609020204030204" pitchFamily="49" charset="0"/>
              </a:rPr>
              <a:t>restocked</a:t>
            </a:r>
            <a:r>
              <a:rPr lang="en-US" dirty="0">
                <a:latin typeface="Consolas" panose="020B0609020204030204" pitchFamily="49" charset="0"/>
              </a:rPr>
              <a:t> 23 times a year 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which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very high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and typically indicates: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Strong sales performance.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Efficient inventory management.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Low holding costs and minimal overstock.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5CE364-B07B-F3CE-F4F0-5FA70BEBDB68}"/>
              </a:ext>
            </a:extLst>
          </p:cNvPr>
          <p:cNvSpPr txBox="1"/>
          <p:nvPr/>
        </p:nvSpPr>
        <p:spPr>
          <a:xfrm>
            <a:off x="527222" y="4333103"/>
            <a:ext cx="11211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Recommendations</a:t>
            </a:r>
            <a:r>
              <a:rPr lang="en-US" dirty="0"/>
              <a:t>:</a:t>
            </a:r>
          </a:p>
          <a:p>
            <a:r>
              <a:rPr lang="en-IN" dirty="0">
                <a:latin typeface="Consolas" panose="020B0609020204030204" pitchFamily="49" charset="0"/>
              </a:rPr>
              <a:t>            </a:t>
            </a:r>
            <a:r>
              <a:rPr lang="en-US" dirty="0">
                <a:latin typeface="Consolas" panose="020B0609020204030204" pitchFamily="49" charset="0"/>
              </a:rPr>
              <a:t>A turnover ratio of </a:t>
            </a:r>
            <a:r>
              <a:rPr lang="en-US" b="1" dirty="0">
                <a:latin typeface="Consolas" panose="020B0609020204030204" pitchFamily="49" charset="0"/>
              </a:rPr>
              <a:t>23.47</a:t>
            </a:r>
            <a:r>
              <a:rPr lang="en-US" dirty="0">
                <a:latin typeface="Consolas" panose="020B0609020204030204" pitchFamily="49" charset="0"/>
              </a:rPr>
              <a:t> is excellent—your inventory is moving fast.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Just ensure:</a:t>
            </a:r>
          </a:p>
          <a:p>
            <a:r>
              <a:rPr lang="en-US" dirty="0">
                <a:latin typeface="Consolas" panose="020B0609020204030204" pitchFamily="49" charset="0"/>
              </a:rPr>
              <a:t>Stock levels don’t run too low. </a:t>
            </a:r>
          </a:p>
        </p:txBody>
      </p:sp>
    </p:spTree>
    <p:extLst>
      <p:ext uri="{BB962C8B-B14F-4D97-AF65-F5344CB8AC3E}">
        <p14:creationId xmlns:p14="http://schemas.microsoft.com/office/powerpoint/2010/main" val="407645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1CFC-AA8D-7D8A-E0AA-2158DCF8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224C9F-5324-5B43-2012-59D4BD3A8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D2A149-FF82-573D-E85C-A31E4A1010A2}"/>
              </a:ext>
            </a:extLst>
          </p:cNvPr>
          <p:cNvSpPr txBox="1"/>
          <p:nvPr/>
        </p:nvSpPr>
        <p:spPr>
          <a:xfrm>
            <a:off x="0" y="81694"/>
            <a:ext cx="474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Key Performance Indicators KPI’S: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CF332-3A2C-A619-89A1-7BCE54C81ACE}"/>
              </a:ext>
            </a:extLst>
          </p:cNvPr>
          <p:cNvSpPr txBox="1"/>
          <p:nvPr/>
        </p:nvSpPr>
        <p:spPr>
          <a:xfrm>
            <a:off x="0" y="548845"/>
            <a:ext cx="383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Warehouse Utilization</a:t>
            </a:r>
            <a:r>
              <a:rPr lang="en-US" b="1" dirty="0">
                <a:latin typeface="Consolas" panose="020B0609020204030204" pitchFamily="49" charset="0"/>
              </a:rPr>
              <a:t>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9E01C-0F11-AEC8-0D34-D39081346F7D}"/>
              </a:ext>
            </a:extLst>
          </p:cNvPr>
          <p:cNvSpPr txBox="1"/>
          <p:nvPr/>
        </p:nvSpPr>
        <p:spPr>
          <a:xfrm>
            <a:off x="411892" y="1754660"/>
            <a:ext cx="1072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Measures </a:t>
            </a:r>
            <a:r>
              <a:rPr lang="en-IN" dirty="0">
                <a:latin typeface="Consolas" panose="020B0609020204030204" pitchFamily="49" charset="0"/>
              </a:rPr>
              <a:t>Percent of space used in the warehouse.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7592C4-5A0F-92E7-D96F-D73FD77AABC0}"/>
              </a:ext>
            </a:extLst>
          </p:cNvPr>
          <p:cNvSpPr txBox="1"/>
          <p:nvPr/>
        </p:nvSpPr>
        <p:spPr>
          <a:xfrm>
            <a:off x="329514" y="2504296"/>
            <a:ext cx="10808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34.08% utilization means only about one-third of your warehouse space is occupied.  This could suggest:  Underutilization: You may be paying for unused space.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BF67BA-1609-1D94-8B91-781D71CD8B0E}"/>
              </a:ext>
            </a:extLst>
          </p:cNvPr>
          <p:cNvSpPr txBox="1"/>
          <p:nvPr/>
        </p:nvSpPr>
        <p:spPr>
          <a:xfrm>
            <a:off x="127686" y="3453711"/>
            <a:ext cx="112116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Recommendations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Use idle space </a:t>
            </a:r>
            <a:r>
              <a:rPr lang="en-US" dirty="0">
                <a:latin typeface="Consolas" panose="020B0609020204030204" pitchFamily="49" charset="0"/>
              </a:rPr>
              <a:t>: Fill underutilized areas with high-demand or seasonal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Scale operations</a:t>
            </a:r>
            <a:r>
              <a:rPr lang="en-US" dirty="0">
                <a:latin typeface="Consolas" panose="020B0609020204030204" pitchFamily="49" charset="0"/>
              </a:rPr>
              <a:t>: Consider increasing inventory intake if demand supports it like Clothing and electronics.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Evaluate cost efficiency</a:t>
            </a:r>
            <a:r>
              <a:rPr lang="en-US" dirty="0">
                <a:latin typeface="Consolas" panose="020B0609020204030204" pitchFamily="49" charset="0"/>
              </a:rPr>
              <a:t>: If space is consistently underused, explore downsizing or subleasing options. </a:t>
            </a:r>
          </a:p>
          <a:p>
            <a:r>
              <a:rPr lang="en-US" dirty="0">
                <a:latin typeface="Consolas" panose="020B0609020204030204" pitchFamily="49" charset="0"/>
              </a:rPr>
              <a:t>A utilization target of 80–85% is generally considered optimal for balancing space and flexibility</a:t>
            </a:r>
            <a:r>
              <a:rPr lang="en-US" dirty="0"/>
              <a:t>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65B88A-6CD9-736E-A8BB-0685CDF3E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93" y="250223"/>
            <a:ext cx="2649262" cy="1337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B899E-6B56-7EFB-C6DB-EBD2D0FB3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254" y="266360"/>
            <a:ext cx="3315163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7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2BB2-8031-A9B9-DF23-73139CB1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4A2F6B-75B4-38C2-1DAB-ABD63867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8DD94-A39F-04A0-2D9B-802EC5FE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C1791-C2FF-5DF3-60A9-D8707737EA6E}"/>
              </a:ext>
            </a:extLst>
          </p:cNvPr>
          <p:cNvSpPr txBox="1"/>
          <p:nvPr/>
        </p:nvSpPr>
        <p:spPr>
          <a:xfrm>
            <a:off x="140042" y="821036"/>
            <a:ext cx="625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Sum of Inventory Level By Category and Region: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E7D8C-DB12-660D-962A-E69CDD4F05F8}"/>
              </a:ext>
            </a:extLst>
          </p:cNvPr>
          <p:cNvSpPr txBox="1"/>
          <p:nvPr/>
        </p:nvSpPr>
        <p:spPr>
          <a:xfrm>
            <a:off x="140042" y="4825530"/>
            <a:ext cx="103044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 West region holds the highest inventory across all categories.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 Clothing and Electronics have the largest inventory volumes overall.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 Furniture shows strong presence in South and 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 Accessories have uniform inventory across all regions (173K), suggesting balanced distribution. 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1FF14F-57EA-8A89-C915-1B8560359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376" y="1237047"/>
            <a:ext cx="8484081" cy="33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1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2334-9F67-EA69-5C35-EAAD5FD6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C2DBAA-5078-5F9D-6636-99FCD16B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E0274-920F-2D94-677F-03CB6DC07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1BF68C-877E-C984-B6A9-04491D1420E2}"/>
              </a:ext>
            </a:extLst>
          </p:cNvPr>
          <p:cNvSpPr txBox="1"/>
          <p:nvPr/>
        </p:nvSpPr>
        <p:spPr>
          <a:xfrm>
            <a:off x="140042" y="821036"/>
            <a:ext cx="625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Average of lead time by category: </a:t>
            </a:r>
            <a:r>
              <a:rPr lang="en-IN" b="1" dirty="0">
                <a:latin typeface="Consolas" panose="020B0609020204030204" pitchFamily="49" charset="0"/>
              </a:rPr>
              <a:t>(Donut Chart</a:t>
            </a:r>
            <a:r>
              <a:rPr lang="en-IN" b="1" dirty="0"/>
              <a:t>)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7E445-EB46-974A-C91D-7F986E8187E2}"/>
              </a:ext>
            </a:extLst>
          </p:cNvPr>
          <p:cNvSpPr txBox="1"/>
          <p:nvPr/>
        </p:nvSpPr>
        <p:spPr>
          <a:xfrm>
            <a:off x="140043" y="1232251"/>
            <a:ext cx="1178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Lead time can refer to the total time from when a product is manufactured to when it’s delivered to the customer. This includes: Production time: Time to make the product ,Packaging and handling Shipping and delivery time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06670F-59C7-E6D4-FBF8-C186966E9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202" y="1790013"/>
            <a:ext cx="5212079" cy="30355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CD7A9-F057-3315-F578-E8F0CA729368}"/>
              </a:ext>
            </a:extLst>
          </p:cNvPr>
          <p:cNvSpPr txBox="1"/>
          <p:nvPr/>
        </p:nvSpPr>
        <p:spPr>
          <a:xfrm>
            <a:off x="140042" y="4825530"/>
            <a:ext cx="103044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Insights: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Clothing has the highest lead time (16.6 days), indicating slower supplier response.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Accessories have the shortest lead time (15.3 days), showing efficient procurement.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Lead times vary only slightly (~1.3 days), reflecting a stable supply chain.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Optimizing clothing lead times would deliver the most significant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4282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5D78-4A0B-3CCB-40B6-551C845E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FB198D-7CB5-CCFD-ABA4-CA0985C6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53DD7-DEF1-7525-0011-00765E926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EF986E-E3B0-2D57-BCD6-5A040A8E53A2}"/>
              </a:ext>
            </a:extLst>
          </p:cNvPr>
          <p:cNvSpPr txBox="1"/>
          <p:nvPr/>
        </p:nvSpPr>
        <p:spPr>
          <a:xfrm>
            <a:off x="140042" y="821036"/>
            <a:ext cx="76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Sum of units sold in a year and category wise: </a:t>
            </a:r>
            <a:r>
              <a:rPr lang="en-IN" b="1" dirty="0">
                <a:latin typeface="Consolas" panose="020B0609020204030204" pitchFamily="49" charset="0"/>
              </a:rPr>
              <a:t>(Line Chart)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B699B-4B1E-5CBB-F378-29F8DFF5FA87}"/>
              </a:ext>
            </a:extLst>
          </p:cNvPr>
          <p:cNvSpPr txBox="1"/>
          <p:nvPr/>
        </p:nvSpPr>
        <p:spPr>
          <a:xfrm>
            <a:off x="65902" y="4275698"/>
            <a:ext cx="11780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</a:rPr>
              <a:t>Insights :</a:t>
            </a:r>
          </a:p>
          <a:p>
            <a:r>
              <a:rPr lang="en-US" dirty="0">
                <a:latin typeface="Consolas" panose="020B0609020204030204" pitchFamily="49" charset="0"/>
              </a:rPr>
              <a:t>Units sold surged post-2021, peaking at 0.20M in 2024.</a:t>
            </a:r>
          </a:p>
          <a:p>
            <a:r>
              <a:rPr lang="en-US" dirty="0">
                <a:latin typeface="Consolas" panose="020B0609020204030204" pitchFamily="49" charset="0"/>
              </a:rPr>
              <a:t>Sales stabilized from 2022 to 2024.</a:t>
            </a:r>
          </a:p>
          <a:p>
            <a:r>
              <a:rPr lang="en-US" dirty="0">
                <a:latin typeface="Consolas" panose="020B0609020204030204" pitchFamily="49" charset="0"/>
              </a:rPr>
              <a:t>Clothing and Electronics lead (0.17M); Accessories lag (0.14M).</a:t>
            </a:r>
          </a:p>
          <a:p>
            <a:r>
              <a:rPr lang="en-US" dirty="0">
                <a:latin typeface="Consolas" panose="020B0609020204030204" pitchFamily="49" charset="0"/>
              </a:rPr>
              <a:t>2021 dip hints at supply chain or market issues.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698C9-4441-B4AA-1D3D-36B2E55DF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81" y="1305081"/>
            <a:ext cx="4878552" cy="2610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860B66-0AB3-DBBC-388A-43EFB61F2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850" y="1277195"/>
            <a:ext cx="517882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16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1926-B79E-D880-17CE-3978BF0C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4654B8-5269-734D-87F5-BA85C289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B04A5-6475-6694-815D-5FA3BEB5D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D6D557-F55C-FCF8-724F-24F663C0BCBE}"/>
              </a:ext>
            </a:extLst>
          </p:cNvPr>
          <p:cNvSpPr txBox="1"/>
          <p:nvPr/>
        </p:nvSpPr>
        <p:spPr>
          <a:xfrm>
            <a:off x="140042" y="821036"/>
            <a:ext cx="584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Count of backorders by status: </a:t>
            </a:r>
            <a:r>
              <a:rPr lang="en-IN" b="1" dirty="0">
                <a:latin typeface="Consolas" panose="020B0609020204030204" pitchFamily="49" charset="0"/>
              </a:rPr>
              <a:t>(Bar Chart)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5DA71-22E8-8644-DDAD-51C4C91CBC43}"/>
              </a:ext>
            </a:extLst>
          </p:cNvPr>
          <p:cNvSpPr txBox="1"/>
          <p:nvPr/>
        </p:nvSpPr>
        <p:spPr>
          <a:xfrm>
            <a:off x="205946" y="3785247"/>
            <a:ext cx="11780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 Fulfilled: 838 — most backorders are successfully completed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 Pending: 248 — needs attention to avoid delays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 Canceled: 114 — review reasons to reduce future cancellations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4ECB35-CB7F-55A9-E434-BB03B33F11FA}"/>
              </a:ext>
            </a:extLst>
          </p:cNvPr>
          <p:cNvSpPr txBox="1"/>
          <p:nvPr/>
        </p:nvSpPr>
        <p:spPr>
          <a:xfrm>
            <a:off x="345988" y="1237047"/>
            <a:ext cx="10997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Backorders are orders that couldn’t be fulfilled on time due to stockouts or delays 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2F68B3-8A4B-FDCA-4140-E2D37FF3C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858" y="1828382"/>
            <a:ext cx="4267796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98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E7D7-2540-C7A1-21DD-6002327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67E86-7077-E0C7-ACBB-4ABD1B33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Insights And Recommendations: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74E19-DBD9-C298-1295-4147EAE7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FAE24-35CB-8368-9C8B-89875ECA9CC8}"/>
              </a:ext>
            </a:extLst>
          </p:cNvPr>
          <p:cNvSpPr txBox="1"/>
          <p:nvPr/>
        </p:nvSpPr>
        <p:spPr>
          <a:xfrm>
            <a:off x="140042" y="821036"/>
            <a:ext cx="752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Sum of transportation by region and category:</a:t>
            </a:r>
            <a:r>
              <a:rPr lang="en-IN" b="1" dirty="0">
                <a:latin typeface="Consolas" panose="020B0609020204030204" pitchFamily="49" charset="0"/>
              </a:rPr>
              <a:t>(Bar Chart)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39F78-E0D8-9436-E31B-EB61FE72591B}"/>
              </a:ext>
            </a:extLst>
          </p:cNvPr>
          <p:cNvSpPr txBox="1"/>
          <p:nvPr/>
        </p:nvSpPr>
        <p:spPr>
          <a:xfrm>
            <a:off x="205946" y="3785247"/>
            <a:ext cx="11780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Insight: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North and West regions have higher transport costs, especially for Electronics and Furniture.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Transport routes, distance, or vendor inefficiencies are impacting cost.</a:t>
            </a:r>
          </a:p>
          <a:p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Recommendation</a:t>
            </a:r>
            <a:r>
              <a:rPr lang="en-US" i="1" dirty="0"/>
              <a:t>:</a:t>
            </a:r>
            <a:r>
              <a:rPr lang="en-US" dirty="0"/>
              <a:t> Use route optimization or third-party logistics for cost efficiency.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85DD7-3637-BB0F-14F3-1EC603175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697" y="1305509"/>
            <a:ext cx="441069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9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9969-6F38-68D9-4DB9-BE96FF50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0BD1D-E947-ECDD-179B-BF223741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Consolas" panose="020B0609020204030204" pitchFamily="49" charset="0"/>
              </a:rPr>
              <a:t>Conclusion: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AA0D5-D6A6-D5D1-531E-F64E1ED6E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8D54BE-68D1-61BC-E0ED-43249E33C68B}"/>
              </a:ext>
            </a:extLst>
          </p:cNvPr>
          <p:cNvSpPr txBox="1"/>
          <p:nvPr/>
        </p:nvSpPr>
        <p:spPr>
          <a:xfrm>
            <a:off x="156519" y="630523"/>
            <a:ext cx="11623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This Power BI dashboard provides a comprehensive view of inventory and supply chain performance.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Inventory turnover is strong, indicating effective stock management.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Warehouse utilization is moderate, suggesting potential space optimization.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Lead times are consistent across categories, though clothing can be improved.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Sales show steady growth after 2021, reflecting business recovery.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nsolas" panose="020B0609020204030204" pitchFamily="49" charset="0"/>
              </a:rPr>
              <a:t>Regional analysis highlights transportation cost variations needing attention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These insights support smarter procurement, streamlined logistics, and better planning driving efficiency and improving customer satisfaction.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59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414BC-667A-E362-9EF4-36DC8789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458202-58DD-BDFE-F220-35D16830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9C8269-5072-7C69-9ED4-7EFF4F6F5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24" y="2132004"/>
            <a:ext cx="4328810" cy="2493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F53328-C1BC-55E0-C7D4-7E1150549956}"/>
              </a:ext>
            </a:extLst>
          </p:cNvPr>
          <p:cNvSpPr txBox="1"/>
          <p:nvPr/>
        </p:nvSpPr>
        <p:spPr>
          <a:xfrm>
            <a:off x="842232" y="2455561"/>
            <a:ext cx="6124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0" i="0" u="none" strike="noStrike" baseline="0" dirty="0">
                <a:solidFill>
                  <a:srgbClr val="C00000"/>
                </a:solidFill>
                <a:latin typeface="Consolas" panose="020B0609020204030204" pitchFamily="49" charset="0"/>
              </a:rPr>
              <a:t>THANK YOU</a:t>
            </a:r>
            <a:endParaRPr lang="en-IN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1094</Words>
  <Application>Microsoft Office PowerPoint</Application>
  <PresentationFormat>Widescreen</PresentationFormat>
  <Paragraphs>140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PowerPoint Presentation</vt:lpstr>
      <vt:lpstr>Contents:</vt:lpstr>
      <vt:lpstr>Problem Statement:</vt:lpstr>
      <vt:lpstr>Summary of the Data:</vt:lpstr>
      <vt:lpstr>What is Inventory and Logistics:</vt:lpstr>
      <vt:lpstr>PowerPoint Presentation</vt:lpstr>
      <vt:lpstr>PowerPoint Presentation</vt:lpstr>
      <vt:lpstr>Insights And Recommendations:</vt:lpstr>
      <vt:lpstr>PowerPoint Presentation</vt:lpstr>
      <vt:lpstr>PowerPoint Presentation</vt:lpstr>
      <vt:lpstr>Insights And Recommendations:</vt:lpstr>
      <vt:lpstr>Insights And Recommendations:</vt:lpstr>
      <vt:lpstr>Insights And Recommendations:</vt:lpstr>
      <vt:lpstr>Insights And Recommendations:</vt:lpstr>
      <vt:lpstr>Insights And Recommendations: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Bharadwaj</dc:creator>
  <cp:lastModifiedBy>Anand Bharadwaj</cp:lastModifiedBy>
  <cp:revision>13</cp:revision>
  <dcterms:created xsi:type="dcterms:W3CDTF">2025-10-08T10:00:49Z</dcterms:created>
  <dcterms:modified xsi:type="dcterms:W3CDTF">2025-11-07T17:17:00Z</dcterms:modified>
</cp:coreProperties>
</file>